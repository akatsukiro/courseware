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8" r:id="rId2"/>
    <p:sldId id="256" r:id="rId3"/>
    <p:sldId id="281" r:id="rId4"/>
    <p:sldId id="288" r:id="rId5"/>
    <p:sldId id="260" r:id="rId6"/>
    <p:sldId id="285" r:id="rId7"/>
    <p:sldId id="261" r:id="rId8"/>
    <p:sldId id="262" r:id="rId9"/>
    <p:sldId id="286" r:id="rId10"/>
    <p:sldId id="28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-552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96686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21468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7536" y="6400800"/>
            <a:ext cx="4267200" cy="28380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107936" y="6400800"/>
            <a:ext cx="49784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43248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143249"/>
            <a:ext cx="103632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1643062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14733" y="1053546"/>
            <a:ext cx="7872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4734" y="228600"/>
            <a:ext cx="7867669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33" y="1142984"/>
            <a:ext cx="7867667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7" y="1142984"/>
            <a:ext cx="3009877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85344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35403" y="1143000"/>
            <a:ext cx="9630997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600" y="5410200"/>
            <a:ext cx="7543851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20275" y="274638"/>
            <a:ext cx="1962125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915424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1600" y="6400800"/>
            <a:ext cx="42672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2020/9/25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12000" y="6400800"/>
            <a:ext cx="49784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486400" y="6400800"/>
            <a:ext cx="12192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file:///C:\Documents%20and%20Settings\Administrator\My%20Documents\sing5.mp3" TargetMode="External"/><Relationship Id="rId2" Type="http://schemas.openxmlformats.org/officeDocument/2006/relationships/slideLayout" Target="../slideLayouts/slideLayout1.xml"/><Relationship Id="rId1" Type="http://schemas.openxmlformats.org/officeDocument/2006/relationships/audio" Target="file:///C:\Documents%20and%20Settings\Administrator\My%20Documents\sing5.mp3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sing5.mp3">
            <a:hlinkClick r:id="" action="ppaction://media"/>
          </p:cNvPr>
          <p:cNvPicPr>
            <a:picLocks noRot="1"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xmlns="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65532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05460" y="2275840"/>
            <a:ext cx="11569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5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作文题关键词：快乐幸福与思维方式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760" fill="hold"/>
                                        <p:tgtEl>
                                          <p:spTgt spid="20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5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6905" y="78740"/>
            <a:ext cx="10771505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阅读下面的文字，根据要求作文。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某网站“4220聊天室”有这样一段谈话。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：我给大家讲个故事。一个老太太有两个女儿，大女儿嫁给洗染店老板，小女儿嫁给雨伞店老板。老太太天天为女儿忧虑：雨天，担心洗染店的衣服晾不干；晴天，生怕雨伞店的雨伞卖不出去。后来，有一个聪明人开导她：“老太大好福气啊，雨天，小女儿生意兴隆；晴天，大女儿顾客盈门。您哪一天不快活啊！”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B：妙极了！改变思维的角度和方式，我们就会有新的感受和发现。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C：快乐幸福是这样得来的么？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D：阿Q！</a:t>
            </a:r>
            <a:r>
              <a:rPr lang="zh-CN" altLang="en-US" sz="2800" b="1" dirty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/>
            </a:r>
            <a:br>
              <a:rPr lang="zh-CN" altLang="en-US" sz="2800" b="1" dirty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</a:br>
            <a:r>
              <a:rPr lang="zh-CN" altLang="en-US" sz="3200" b="1" dirty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</a:t>
            </a:r>
            <a:r>
              <a:rPr lang="zh-CN" altLang="en-US" sz="2800" b="1" dirty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针对此事，大家众说纷纭。班级计划举行以“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快乐幸福与思维方式</a:t>
            </a:r>
            <a:r>
              <a:rPr lang="zh-CN" altLang="en-US" sz="2800" b="1" dirty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”为主题的讨论会，由你代表小组发言，请写一篇发言稿。</a:t>
            </a:r>
            <a:r>
              <a:rPr lang="zh-CN" altLang="en-US" sz="2400" b="1" dirty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文本框 4101"/>
          <p:cNvSpPr txBox="1"/>
          <p:nvPr/>
        </p:nvSpPr>
        <p:spPr>
          <a:xfrm>
            <a:off x="1703388" y="333375"/>
            <a:ext cx="8496300" cy="645160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关系型作文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要素之间的关系主要有： </a:t>
            </a:r>
          </a:p>
        </p:txBody>
      </p:sp>
      <p:sp>
        <p:nvSpPr>
          <p:cNvPr id="4103" name="文本框 4102"/>
          <p:cNvSpPr txBox="1"/>
          <p:nvPr/>
        </p:nvSpPr>
        <p:spPr>
          <a:xfrm>
            <a:off x="1703388" y="1268413"/>
            <a:ext cx="8496300" cy="922020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、对立统一关系；</a:t>
            </a:r>
            <a:r>
              <a:rPr lang="zh-CN" altLang="en-US" dirty="0">
                <a:latin typeface="Arial" panose="020B0604020202020204" pitchFamily="34" charset="0"/>
              </a:rPr>
              <a:t/>
            </a:r>
            <a:br>
              <a:rPr lang="zh-CN" altLang="en-US" dirty="0">
                <a:latin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04" name="文本框 4103"/>
          <p:cNvSpPr txBox="1"/>
          <p:nvPr/>
        </p:nvSpPr>
        <p:spPr>
          <a:xfrm>
            <a:off x="5554663" y="1268413"/>
            <a:ext cx="511333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如：“自由与纪律”。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4105" name="文本框 4104"/>
          <p:cNvSpPr txBox="1"/>
          <p:nvPr/>
        </p:nvSpPr>
        <p:spPr>
          <a:xfrm>
            <a:off x="1703388" y="2420938"/>
            <a:ext cx="8532812" cy="645160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、是非取舍关系；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4106" name="文本框 4105"/>
          <p:cNvSpPr txBox="1"/>
          <p:nvPr/>
        </p:nvSpPr>
        <p:spPr>
          <a:xfrm>
            <a:off x="5591175" y="2420938"/>
            <a:ext cx="4314825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b="1" dirty="0">
                <a:latin typeface="Arial" panose="020B0604020202020204" pitchFamily="34" charset="0"/>
                <a:ea typeface="黑体" panose="02010609060101010101" pitchFamily="2" charset="-122"/>
              </a:rPr>
              <a:t>如：“偏见与关爱”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107" name="文本框 4106"/>
          <p:cNvSpPr txBox="1"/>
          <p:nvPr/>
        </p:nvSpPr>
        <p:spPr>
          <a:xfrm>
            <a:off x="1703388" y="3429000"/>
            <a:ext cx="8569325" cy="645160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并非绝对关系；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108" name="文本框 4107"/>
          <p:cNvSpPr txBox="1"/>
          <p:nvPr/>
        </p:nvSpPr>
        <p:spPr>
          <a:xfrm>
            <a:off x="5591175" y="3500438"/>
            <a:ext cx="446405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Arial" panose="020B0604020202020204" pitchFamily="34" charset="0"/>
                <a:ea typeface="黑体" panose="02010609060101010101" pitchFamily="2" charset="-122"/>
              </a:rPr>
              <a:t>如：“痛苦与成功”</a:t>
            </a:r>
            <a:r>
              <a:rPr lang="zh-CN" altLang="en-US" sz="3600" b="1" dirty="0">
                <a:solidFill>
                  <a:srgbClr val="3366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109" name="文本框 4108"/>
          <p:cNvSpPr txBox="1"/>
          <p:nvPr/>
        </p:nvSpPr>
        <p:spPr>
          <a:xfrm>
            <a:off x="1703388" y="4437063"/>
            <a:ext cx="8424862" cy="645160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并列共存关系；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110" name="文本框 4109"/>
          <p:cNvSpPr txBox="1"/>
          <p:nvPr/>
        </p:nvSpPr>
        <p:spPr>
          <a:xfrm>
            <a:off x="5591175" y="4508500"/>
            <a:ext cx="4608513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Arial" panose="020B0604020202020204" pitchFamily="34" charset="0"/>
                <a:ea typeface="黑体" panose="02010609060101010101" pitchFamily="2" charset="-122"/>
              </a:rPr>
              <a:t>如：“谦虚与表现”</a:t>
            </a:r>
            <a:r>
              <a:rPr lang="zh-CN" altLang="en-US" sz="3600" b="1" dirty="0">
                <a:solidFill>
                  <a:srgbClr val="336600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bldLvl="0" animBg="1"/>
      <p:bldP spid="4103" grpId="0" bldLvl="0" animBg="1"/>
      <p:bldP spid="4104" grpId="0"/>
      <p:bldP spid="4105" grpId="0" bldLvl="0" animBg="1"/>
      <p:bldP spid="4106" grpId="0"/>
      <p:bldP spid="4107" grpId="0" bldLvl="0" animBg="1"/>
      <p:bldP spid="4108" grpId="0"/>
      <p:bldP spid="4109" grpId="0" bldLvl="0" animBg="1"/>
      <p:bldP spid="41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文本框 23556"/>
          <p:cNvSpPr txBox="1"/>
          <p:nvPr/>
        </p:nvSpPr>
        <p:spPr>
          <a:xfrm>
            <a:off x="1919288" y="260350"/>
            <a:ext cx="84978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Arial" panose="020B0604020202020204" pitchFamily="34" charset="0"/>
            </a:endParaRPr>
          </a:p>
        </p:txBody>
      </p:sp>
      <p:sp>
        <p:nvSpPr>
          <p:cNvPr id="23558" name="文本框 23557"/>
          <p:cNvSpPr txBox="1"/>
          <p:nvPr/>
        </p:nvSpPr>
        <p:spPr>
          <a:xfrm>
            <a:off x="2135188" y="836613"/>
            <a:ext cx="8135937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200" b="1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3559" name="文本框 23558"/>
          <p:cNvSpPr txBox="1"/>
          <p:nvPr/>
        </p:nvSpPr>
        <p:spPr>
          <a:xfrm>
            <a:off x="669161" y="375700"/>
            <a:ext cx="10359623" cy="6063198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/>
              <a:t>二、主要立意</a:t>
            </a:r>
            <a:endParaRPr lang="en-US" altLang="zh-CN" sz="2800" dirty="0" smtClean="0"/>
          </a:p>
          <a:p>
            <a:pPr>
              <a:spcBef>
                <a:spcPct val="50000"/>
              </a:spcBef>
            </a:pPr>
            <a:r>
              <a:rPr lang="en-US" altLang="zh-CN" sz="2400" b="1" dirty="0" smtClean="0">
                <a:latin typeface="华文楷体" pitchFamily="2" charset="-122"/>
                <a:ea typeface="华文楷体" pitchFamily="2" charset="-122"/>
              </a:rPr>
              <a:t>1.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“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快乐幸福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”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与“思维方式”的转变有关系。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思维方式的调整可以让我们以良好的心态去面对生活的困难，人生的磨难，客观存在的社会压力。 “快乐幸福”说到底不过是人的一种感受，一种心态，它和人的思维观念有着更为直接的联系，因此，我们要多往好处想，积极乐观地看待问题，就会获得更多的幸福。</a:t>
            </a:r>
            <a:r>
              <a:rPr lang="en-US" altLang="zh-CN" sz="2400" b="1" dirty="0" smtClean="0">
                <a:latin typeface="华文楷体" pitchFamily="2" charset="-122"/>
                <a:ea typeface="华文楷体" pitchFamily="2" charset="-122"/>
              </a:rPr>
              <a:t>——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这也许就是所谓的“知足常乐”。</a:t>
            </a:r>
            <a:endParaRPr lang="en-US" altLang="zh-CN" sz="2400" b="1" dirty="0" smtClean="0">
              <a:latin typeface="华文楷体" pitchFamily="2" charset="-122"/>
              <a:ea typeface="华文楷体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  <a:cs typeface="楷体" panose="02010609060101010101" charset="-122"/>
              </a:rPr>
              <a:t>2.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zh-CN" altLang="en-US" sz="24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“思维方式”对“快乐幸福”的感觉影响较小，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“幸福”不纯是“想”出来的，主要来自生活条件和环境的改善；要从自立自强过程中获取幸福感，而不能像阿</a:t>
            </a:r>
            <a:r>
              <a:rPr lang="en-US" sz="2400" b="1" dirty="0" smtClean="0">
                <a:latin typeface="华文楷体" pitchFamily="2" charset="-122"/>
                <a:ea typeface="华文楷体" pitchFamily="2" charset="-122"/>
              </a:rPr>
              <a:t>q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一样一味自我麻醉。</a:t>
            </a:r>
            <a:r>
              <a:rPr lang="en-US" altLang="zh-CN" sz="2400" b="1" dirty="0" smtClean="0">
                <a:latin typeface="华文楷体" pitchFamily="2" charset="-122"/>
                <a:ea typeface="华文楷体" pitchFamily="2" charset="-122"/>
              </a:rPr>
              <a:t>——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这也许就是所谓的“不知足常乐”。</a:t>
            </a:r>
            <a:endParaRPr lang="en-US" altLang="zh-CN" sz="2400" b="1" dirty="0" smtClean="0">
              <a:latin typeface="华文楷体" pitchFamily="2" charset="-122"/>
              <a:ea typeface="华文楷体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 smtClean="0">
                <a:latin typeface="华文楷体" pitchFamily="2" charset="-122"/>
                <a:ea typeface="华文楷体" pitchFamily="2" charset="-122"/>
              </a:rPr>
              <a:t>3.</a:t>
            </a:r>
            <a:r>
              <a:rPr lang="en-US" sz="2400" b="1" dirty="0" smtClean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幸福感既来自实际利益，也来自思维调节，二者不可偏废。</a:t>
            </a:r>
            <a:r>
              <a:rPr lang="en-US" altLang="zh-CN" sz="2400" b="1" dirty="0" smtClean="0">
                <a:latin typeface="华文楷体" pitchFamily="2" charset="-122"/>
                <a:ea typeface="华文楷体" pitchFamily="2" charset="-122"/>
              </a:rPr>
              <a:t>——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这种观念比较辩证。而上述三种理念又可以迸发出一些思想的火花，足以成文。</a:t>
            </a:r>
          </a:p>
          <a:p>
            <a:pPr>
              <a:spcBef>
                <a:spcPct val="50000"/>
              </a:spcBef>
            </a:pPr>
            <a:endParaRPr lang="zh-CN" altLang="en-US" sz="2800" b="1" dirty="0" smtClean="0">
              <a:latin typeface="华文楷体" pitchFamily="2" charset="-122"/>
              <a:ea typeface="华文楷体" pitchFamily="2" charset="-122"/>
            </a:endParaRPr>
          </a:p>
          <a:p>
            <a:pPr>
              <a:spcBef>
                <a:spcPct val="50000"/>
              </a:spcBef>
            </a:pPr>
            <a:endParaRPr lang="zh-CN" altLang="en-US" sz="28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bldLvl="0" animBg="1"/>
      <p:bldP spid="2355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文本框 23556"/>
          <p:cNvSpPr txBox="1"/>
          <p:nvPr/>
        </p:nvSpPr>
        <p:spPr>
          <a:xfrm>
            <a:off x="1919288" y="260350"/>
            <a:ext cx="84978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Arial" panose="020B0604020202020204" pitchFamily="34" charset="0"/>
            </a:endParaRPr>
          </a:p>
        </p:txBody>
      </p:sp>
      <p:sp>
        <p:nvSpPr>
          <p:cNvPr id="23558" name="文本框 23557"/>
          <p:cNvSpPr txBox="1"/>
          <p:nvPr/>
        </p:nvSpPr>
        <p:spPr>
          <a:xfrm>
            <a:off x="2135188" y="836613"/>
            <a:ext cx="8135937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200" b="1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3559" name="文本框 23558"/>
          <p:cNvSpPr txBox="1"/>
          <p:nvPr/>
        </p:nvSpPr>
        <p:spPr>
          <a:xfrm>
            <a:off x="967740" y="151765"/>
            <a:ext cx="10139045" cy="569277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三、存在问题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眼中没有材料：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把材料当跳板，不能紧扣“快乐健康与思维方式”的关系来谈，只谈一边或将两者完全割裂开来轮流谈，甚至偷换核心概念自说自话，从头至尾对材料的核心概念只字不提。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空谈道理，重复说理，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脱离社会观察和生活体验泛泛而谈，不能揭示两者的内在联系，生套概念，玩文字游戏，浮于表面。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3、文章对简单的生活常识和哲学道理阐释过多，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真正分析典型事例，揭示说理逻辑，揭示概念内涵的话太少，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行文没有鲜明的主题，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缺少清晰的脉络和层次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，脚踩西瓜皮随意滑行。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4、书写不规范，卷面不整洁，不忍直视。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bldLvl="0" animBg="1"/>
      <p:bldP spid="2355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文本框 25604"/>
          <p:cNvSpPr txBox="1"/>
          <p:nvPr/>
        </p:nvSpPr>
        <p:spPr>
          <a:xfrm>
            <a:off x="1703388" y="260350"/>
            <a:ext cx="4537075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sz="3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6" name="文本框 25605"/>
          <p:cNvSpPr txBox="1"/>
          <p:nvPr/>
        </p:nvSpPr>
        <p:spPr>
          <a:xfrm>
            <a:off x="1529715" y="664528"/>
            <a:ext cx="8642350" cy="50158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</a:t>
            </a:r>
            <a:r>
              <a:rPr lang="en-US" altLang="zh-CN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古有李白，潇洒飘逸，</a:t>
            </a:r>
            <a:r>
              <a:rPr lang="en-US" altLang="zh-CN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安能摧眉折腰事权贵，使我不得开心颜。</a:t>
            </a:r>
            <a:r>
              <a:rPr lang="en-US" altLang="zh-CN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不为名利官位诱惑，纵情山水，</a:t>
            </a: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以独特昂扬的思维方式，过着令当代世人羡慕的快意生活，拥有他人不及的快乐幸福。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今有张定宇，身患渐冻症，却在疫情期间挺身而出，他说：</a:t>
            </a:r>
            <a:r>
              <a:rPr lang="en-US" altLang="zh-CN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我要尽自己所能，救助更多的人，好好享受今后的幸福生活。</a:t>
            </a:r>
            <a:r>
              <a:rPr lang="en-US" altLang="zh-CN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面对病魔，他没有消极和颓唐，</a:t>
            </a: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相反，以一种令人激情澎湃的思维方式看待病魔，乐观积极对待生活，收获一份独有的快乐与幸福。</a:t>
            </a:r>
            <a:r>
              <a:rPr lang="en-US" altLang="zh-CN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---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许晨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ldLvl="0" animBg="1"/>
      <p:bldP spid="2560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文本框 24580"/>
          <p:cNvSpPr txBox="1"/>
          <p:nvPr/>
        </p:nvSpPr>
        <p:spPr>
          <a:xfrm>
            <a:off x="1847850" y="260350"/>
            <a:ext cx="8280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4582" name="文本框 24581"/>
          <p:cNvSpPr txBox="1"/>
          <p:nvPr/>
        </p:nvSpPr>
        <p:spPr>
          <a:xfrm>
            <a:off x="1703388" y="260350"/>
            <a:ext cx="3816350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4583" name="文本框 24582"/>
          <p:cNvSpPr txBox="1"/>
          <p:nvPr/>
        </p:nvSpPr>
        <p:spPr>
          <a:xfrm>
            <a:off x="1631315" y="260350"/>
            <a:ext cx="8496935" cy="526224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</a:t>
            </a:r>
            <a:r>
              <a:rPr lang="zh-CN" sz="2400" b="1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左手</a:t>
            </a:r>
            <a:r>
              <a:rPr lang="zh-CN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?右手</a:t>
            </a:r>
          </a:p>
          <a:p>
            <a:pPr>
              <a:spcBef>
                <a:spcPct val="50000"/>
              </a:spcBef>
            </a:pPr>
            <a:r>
              <a:rPr lang="zh-CN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　　我问你：“一滴水，快乐吗？”</a:t>
            </a:r>
          </a:p>
          <a:p>
            <a:pPr>
              <a:spcBef>
                <a:spcPct val="50000"/>
              </a:spcBef>
            </a:pPr>
            <a:r>
              <a:rPr lang="zh-CN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　　如果你知道，滴水努力地扩了扩胸变成了海，做了几个俯卧撑于是澎湃起来——你想，他是快乐的。可是如果你认为一滴水长久地休眠在咆哮的波涛，你想，她是不快乐的。</a:t>
            </a:r>
          </a:p>
          <a:p>
            <a:pPr>
              <a:spcBef>
                <a:spcPct val="50000"/>
              </a:spcBef>
            </a:pPr>
            <a:r>
              <a:rPr lang="zh-CN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　　叔本华说：“事物本身是不变的，使它改变的是人对事物的看法。”</a:t>
            </a:r>
          </a:p>
          <a:p>
            <a:pPr>
              <a:spcBef>
                <a:spcPct val="50000"/>
              </a:spcBef>
            </a:pPr>
            <a:r>
              <a:rPr lang="zh-CN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　　年轻力壮的少年当被敌人关进了不见天日的死牢。敌人并非残下毒手，唯一惩处只是把他强淹没在一片寂暗中。不出一个月，少年无疾而终。死时两目圆瞪，无光，只有深不可测的空虚荒芜。我们再来讨论少年的快乐与否显得有点残酷，但这告诉我们：没有了思想，快乐是妄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ldLvl="0" animBg="1"/>
      <p:bldP spid="2458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文本框 25604"/>
          <p:cNvSpPr txBox="1"/>
          <p:nvPr/>
        </p:nvSpPr>
        <p:spPr>
          <a:xfrm>
            <a:off x="1703388" y="260350"/>
            <a:ext cx="4537075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sz="3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6" name="文本框 25605"/>
          <p:cNvSpPr txBox="1"/>
          <p:nvPr/>
        </p:nvSpPr>
        <p:spPr>
          <a:xfrm>
            <a:off x="1529715" y="664528"/>
            <a:ext cx="8642350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73785" y="843915"/>
            <a:ext cx="1004506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　  </a:t>
            </a:r>
            <a:r>
              <a:rPr lang="zh-CN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思想是快乐的源泉，但并非所有泉眼涌出的都是快乐——这便是思维方式的区别。</a:t>
            </a:r>
          </a:p>
          <a:p>
            <a:r>
              <a:rPr lang="zh-CN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　　还记得那个守天望天忧天的杞人，还记得那些钻进木桶里晒太阳的希腊先哲。他们一直都在思考，却一直都不快乐。今天当我们再谈“杞人忧天”、“犬儒主义”时，我们应该惊觉一记棍棒警敲我们脑勺：思维拐错了弯，便会进入快乐的墓地。</a:t>
            </a:r>
          </a:p>
          <a:p>
            <a:r>
              <a:rPr lang="zh-CN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海德格尔曾说过一句雅致的话：“人，当诗意地栖居。”</a:t>
            </a:r>
          </a:p>
          <a:p>
            <a:r>
              <a:rPr lang="zh-CN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正因为有了这份诗意，生存变成了生活。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ldLvl="0" animBg="1"/>
      <p:bldP spid="2560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文本框 25604"/>
          <p:cNvSpPr txBox="1"/>
          <p:nvPr/>
        </p:nvSpPr>
        <p:spPr>
          <a:xfrm>
            <a:off x="1703388" y="260350"/>
            <a:ext cx="4537075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sz="3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6" name="文本框 25605"/>
          <p:cNvSpPr txBox="1"/>
          <p:nvPr/>
        </p:nvSpPr>
        <p:spPr>
          <a:xfrm>
            <a:off x="1529715" y="664528"/>
            <a:ext cx="8642350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73785" y="843915"/>
            <a:ext cx="10045065" cy="3538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8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sz="28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当我笔下的文字一一跳出，我开始端视快乐。今天的我们白天生活在阳光明媚色彩斑斓的青春中，无论是谁，他们都认为我们快乐幸福，事实上我们扪心自问，也确实如此，然而又常常听闻夜深人静时，许多青春的灵魂孤独地游走在快乐幸福之外，似乎那又是不快乐不幸福的。</a:t>
            </a:r>
          </a:p>
          <a:p>
            <a:pPr indent="0"/>
            <a:r>
              <a:rPr lang="zh-CN" sz="28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　　我们的思想像极了徘徊在十字路口的雏鸟。每一个方向都存在着我们可能的足迹。我们就在丰富多彩的思维方式中不断拾起或丢掉快乐。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ldLvl="0" animBg="1"/>
      <p:bldP spid="2560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文本框 25604"/>
          <p:cNvSpPr txBox="1"/>
          <p:nvPr/>
        </p:nvSpPr>
        <p:spPr>
          <a:xfrm>
            <a:off x="1703388" y="260350"/>
            <a:ext cx="4537075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sz="3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6" name="文本框 25605"/>
          <p:cNvSpPr txBox="1"/>
          <p:nvPr/>
        </p:nvSpPr>
        <p:spPr>
          <a:xfrm>
            <a:off x="1529715" y="664528"/>
            <a:ext cx="8642350" cy="583565"/>
          </a:xfrm>
          <a:prstGeom prst="rect">
            <a:avLst/>
          </a:prstGeom>
          <a:solidFill>
            <a:schemeClr val="bg1">
              <a:alpha val="39999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73785" y="843915"/>
            <a:ext cx="10045065" cy="4030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3200" b="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有人说我们是“垮掉的一代”。我不同意。因为我们有思想，懂得踏上不同的思维旅程去找寻快乐。有人说我们是“阿Ｑ”的新新人类。我不同意。因为我们的新思想并非“阿Ｑ”那般放肆不当。</a:t>
            </a:r>
          </a:p>
          <a:p>
            <a:pPr indent="0"/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你以为我们思维怪异吗？你觉得我们快乐，不快乐？</a:t>
            </a:r>
          </a:p>
          <a:p>
            <a:pPr indent="0"/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我们快乐；我们的快乐是灵动的左手。我们思考；我们的思维方式是理性的右手。当左手右手相遇，合适地交融，那便是诗意。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ldLvl="0" animBg="1"/>
      <p:bldP spid="25606" grpId="0" bldLvl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63</TotalTime>
  <Words>865</Words>
  <Application>WPS 演示</Application>
  <PresentationFormat>自定义</PresentationFormat>
  <Paragraphs>40</Paragraphs>
  <Slides>10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暗香扑面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/>
  <cp:lastModifiedBy>甘琴慧</cp:lastModifiedBy>
  <cp:revision>17</cp:revision>
  <dcterms:created xsi:type="dcterms:W3CDTF">2020-09-10T06:24:00Z</dcterms:created>
  <dcterms:modified xsi:type="dcterms:W3CDTF">2020-09-25T15:13:43Z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2052-11.1.0.9998</vt:lpwstr>
  </property>
</Properties>
</file>