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1" r:id="rId4"/>
    <p:sldId id="257" r:id="rId5"/>
    <p:sldId id="258" r:id="rId6"/>
    <p:sldId id="259" r:id="rId7"/>
    <p:sldId id="260" r:id="rId8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36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94C8831-97A1-4E22-83AD-A598994F7701}" type="datetimeFigureOut">
              <a:rPr lang="zh-CN" altLang="en-US" smtClean="0"/>
              <a:t>2020/9/11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09F1A0-FE55-4AE6-B9ED-B862BB75028B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3568" y="692696"/>
            <a:ext cx="7772400" cy="1470025"/>
          </a:xfrm>
        </p:spPr>
        <p:txBody>
          <a:bodyPr/>
          <a:lstStyle/>
          <a:p>
            <a:r>
              <a:rPr lang="zh-CN" altLang="en-US" b="1" dirty="0"/>
              <a:t>作</a:t>
            </a:r>
            <a:r>
              <a:rPr lang="zh-CN" altLang="en-US" b="1" dirty="0" smtClean="0"/>
              <a:t>文素材</a:t>
            </a:r>
            <a:endParaRPr lang="zh-CN" altLang="en-US" b="1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47664" y="2564904"/>
            <a:ext cx="6400800" cy="1752600"/>
          </a:xfrm>
        </p:spPr>
        <p:txBody>
          <a:bodyPr>
            <a:normAutofit/>
          </a:bodyPr>
          <a:lstStyle/>
          <a:p>
            <a:r>
              <a:rPr lang="zh-CN" altLang="en-US" sz="4000" b="1" dirty="0" smtClean="0"/>
              <a:t>关键词：浪费  节俭  修养</a:t>
            </a:r>
            <a:endParaRPr lang="zh-CN" altLang="en-US" sz="40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1.</a:t>
            </a:r>
            <a:r>
              <a:rPr lang="zh-CN" altLang="en-US" dirty="0" smtClean="0"/>
              <a:t>出彩的标题</a:t>
            </a:r>
            <a:endParaRPr lang="en-US" altLang="zh-CN" dirty="0" smtClean="0"/>
          </a:p>
          <a:p>
            <a:r>
              <a:rPr lang="en-US" altLang="zh-CN" dirty="0" smtClean="0"/>
              <a:t>2.</a:t>
            </a:r>
            <a:r>
              <a:rPr lang="zh-CN" altLang="en-US" dirty="0" smtClean="0"/>
              <a:t>警句集锦</a:t>
            </a:r>
            <a:endParaRPr lang="en-US" altLang="zh-CN" dirty="0" smtClean="0"/>
          </a:p>
          <a:p>
            <a:r>
              <a:rPr lang="en-US" altLang="zh-CN" dirty="0" smtClean="0"/>
              <a:t>3.</a:t>
            </a:r>
            <a:r>
              <a:rPr lang="zh-CN" altLang="en-US" dirty="0" smtClean="0"/>
              <a:t>陈述现状</a:t>
            </a:r>
            <a:endParaRPr lang="en-US" altLang="zh-CN" dirty="0" smtClean="0"/>
          </a:p>
          <a:p>
            <a:r>
              <a:rPr lang="en-US" altLang="zh-CN" dirty="0" smtClean="0"/>
              <a:t>4.</a:t>
            </a:r>
            <a:r>
              <a:rPr lang="zh-CN" altLang="en-US" dirty="0" smtClean="0"/>
              <a:t>原因分析</a:t>
            </a:r>
            <a:endParaRPr lang="zh-CN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1.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 抽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象数字化为现实观感，就是我们目力所及之处，处处可见吃喝成风、浪费无度：觥筹交错、推杯换盏之后，几乎没有动过的螃蟹、整只鸡、整条鱼</a:t>
            </a:r>
            <a:r>
              <a:rPr lang="en-US" altLang="zh-CN" sz="2800" b="1" dirty="0">
                <a:latin typeface="楷体" pitchFamily="49" charset="-122"/>
                <a:ea typeface="楷体" pitchFamily="49" charset="-122"/>
              </a:rPr>
              <a:t>……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常组成刺眼的“剩”宴，被当作垃圾倒掉。而这枚硬币的另一面，是乡村里很多贫困人群连饭都吃不饱，是城市里打工的母亲带客人剩菜给儿子却惨遭开除的悲情故事。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现状：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2.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 “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舌尖上的中国”呈现美味，而“舌尖上的浪费”让人品出的只有苦涩，直抵国人内心。尤其当看到这样的画面对比，更让人感觉不是滋味：</a:t>
            </a:r>
            <a:r>
              <a:rPr lang="zh-CN" altLang="en-US" sz="2800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一边是珍馐美味等着被倒进垃圾桶，另一边却是甘肃农民坐在自家厨房里展示冰冷的“馍馍”</a:t>
            </a:r>
            <a:r>
              <a:rPr lang="en-US" altLang="zh-CN" sz="2800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——</a:t>
            </a:r>
            <a:r>
              <a:rPr lang="zh-CN" altLang="en-US" sz="2800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那是他一个星期的口粮；一边是一筷子都没动过的盘中大鱼，一边却是普通百姓“这条鱼顶我一个月工资”的慨叹。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 smtClean="0"/>
              <a:t>原因分析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sz="2800" b="1" dirty="0" smtClean="0">
                <a:latin typeface="楷体" pitchFamily="49" charset="-122"/>
                <a:ea typeface="楷体" pitchFamily="49" charset="-122"/>
              </a:rPr>
              <a:t>3.</a:t>
            </a:r>
            <a:r>
              <a:rPr lang="zh-CN" altLang="en-US" sz="2800" b="1" dirty="0" smtClean="0">
                <a:latin typeface="楷体" pitchFamily="49" charset="-122"/>
                <a:ea typeface="楷体" pitchFamily="49" charset="-122"/>
              </a:rPr>
              <a:t> “</a:t>
            </a:r>
            <a:r>
              <a:rPr lang="zh-CN" altLang="en-US" sz="2800" b="1" dirty="0">
                <a:latin typeface="楷体" pitchFamily="49" charset="-122"/>
                <a:ea typeface="楷体" pitchFamily="49" charset="-122"/>
              </a:rPr>
              <a:t>一饭一粥，当思来处不易；半丝半缕，恒念物力维艰。”这些古训传递的是对勤俭的倡导、对奢靡的摒弃。</a:t>
            </a:r>
            <a:r>
              <a:rPr lang="zh-CN" altLang="en-US" sz="2800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但是，奢靡风气有其滋生的土壤，作为礼仪之邦，国人对迎来送往的待客之道尤为重视，重视排场、讲究面子等观念仍大有市场。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4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.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   在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现实生活的餐饮消费中，打包越来越成为风尚。不过，仍有人认为菜往多里点，才能“彰显”待客之道，“撑起”社交场面。</a:t>
            </a:r>
            <a:r>
              <a:rPr lang="zh-CN" altLang="en-US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这样的消费心态，既是受不合时宜的传统观念困扰，也是不顾节俭之道的虚荣心在作祟。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39552" y="620688"/>
            <a:ext cx="8229600" cy="4525963"/>
          </a:xfrm>
        </p:spPr>
        <p:txBody>
          <a:bodyPr>
            <a:normAutofit fontScale="85000" lnSpcReduction="20000"/>
          </a:bodyPr>
          <a:lstStyle/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 </a:t>
            </a:r>
            <a:r>
              <a:rPr lang="en-US" altLang="zh-CN" b="1" dirty="0" smtClean="0">
                <a:latin typeface="楷体" pitchFamily="49" charset="-122"/>
                <a:ea typeface="楷体" pitchFamily="49" charset="-122"/>
              </a:rPr>
              <a:t>5.</a:t>
            </a:r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  中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国人爱吃，是因为中国向来都有历史悠久的“饮食文化”，随着社会经济发展，人们生活水平不断提高</a:t>
            </a:r>
            <a:r>
              <a:rPr lang="zh-CN" altLang="en-US" b="1" u="sng" dirty="0">
                <a:solidFill>
                  <a:srgbClr val="FF0000"/>
                </a:solidFill>
                <a:latin typeface="楷体" pitchFamily="49" charset="-122"/>
                <a:ea typeface="楷体" pitchFamily="49" charset="-122"/>
              </a:rPr>
              <a:t>，“吃文化”更是风靡庙堂与江湖。不过，饮食既然是一种文化，那么它的起点就应该是文明，而不是被粗鄙地理解为大吃大喝、铺张浪费、肆意挥霍。</a:t>
            </a:r>
          </a:p>
          <a:p>
            <a:r>
              <a:rPr lang="zh-CN" altLang="en-US" b="1" dirty="0" smtClean="0">
                <a:latin typeface="楷体" pitchFamily="49" charset="-122"/>
                <a:ea typeface="楷体" pitchFamily="49" charset="-122"/>
              </a:rPr>
              <a:t>   著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述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《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随园食单</a:t>
            </a:r>
            <a:r>
              <a:rPr lang="en-US" altLang="zh-CN" b="1" dirty="0">
                <a:latin typeface="楷体" pitchFamily="49" charset="-122"/>
                <a:ea typeface="楷体" pitchFamily="49" charset="-122"/>
              </a:rPr>
              <a:t>》</a:t>
            </a:r>
            <a:r>
              <a:rPr lang="zh-CN" altLang="en-US" b="1" dirty="0">
                <a:latin typeface="楷体" pitchFamily="49" charset="-122"/>
                <a:ea typeface="楷体" pitchFamily="49" charset="-122"/>
              </a:rPr>
              <a:t>的清朝才子袁枚谈到饮食文明时就说，一个食客，应具备的饮食文明要做到五戒：戒纵酒、戒耳餐、戒目食、戒强让、戒暴殄。寥寥数语，表达出对浪费、暴殄、暴食的鲜明观点和饮食审美追求。当然，对于饮食文明，他更希望看到的是：为政者兴一利，不如除一弊，能除饮食之弊，则思过半矣。</a:t>
            </a:r>
          </a:p>
          <a:p>
            <a:endParaRPr lang="zh-CN" alt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</TotalTime>
  <Words>806</Words>
  <Application>Microsoft Office PowerPoint</Application>
  <PresentationFormat>全屏显示(4:3)</PresentationFormat>
  <Paragraphs>15</Paragraphs>
  <Slides>7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8" baseType="lpstr">
      <vt:lpstr>Office 主题</vt:lpstr>
      <vt:lpstr>作文素材</vt:lpstr>
      <vt:lpstr>幻灯片 2</vt:lpstr>
      <vt:lpstr>现状：</vt:lpstr>
      <vt:lpstr>现状：</vt:lpstr>
      <vt:lpstr>原因分析</vt:lpstr>
      <vt:lpstr>幻灯片 6</vt:lpstr>
      <vt:lpstr>幻灯片 7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作文素材</dc:title>
  <dc:creator>Administrator</dc:creator>
  <cp:lastModifiedBy>Administrator</cp:lastModifiedBy>
  <cp:revision>2</cp:revision>
  <dcterms:created xsi:type="dcterms:W3CDTF">2020-09-11T03:00:32Z</dcterms:created>
  <dcterms:modified xsi:type="dcterms:W3CDTF">2020-09-11T03:13:26Z</dcterms:modified>
</cp:coreProperties>
</file>